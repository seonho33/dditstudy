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1512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" y="36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" y="36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" y="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" y="36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0" y="36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" y="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0"/>
            <a:ext cx="1007964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